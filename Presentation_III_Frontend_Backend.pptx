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6BEE6"/>
                </a:solidFill>
              </a:defRPr>
            </a:pPr>
            <a:r>
              <a:t>PRESENTATION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Retail Inventory and</a:t>
            </a:r>
            <a:br/>
            <a:r>
              <a:t>Sales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D7E4"/>
                </a:solidFill>
              </a:defRPr>
            </a:pPr>
            <a:r>
              <a:t>Frontend • Backend • MySQL Database • UI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Krish Chhotoo Ghadge  |  25WU0102132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Presentation III — Retail Inventory and Sales Management System   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B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How the frontend, backend and database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1. Frontend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HTML, CSS and JavaScript provide the screens, forms, tables, navigation and user interaction.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2. Backend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Python Flask handles requests, validates form data and executes SQL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002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3017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3. Database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MySQL stores the seven relational tables and maintains persistent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Browser → Flask → MySQL → Flask → Updated UI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Parameterized SQL is used for database operations.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Changes made through the UI are committed to MySQL.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Presentation III — Retail Inventory and Sales Management System   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B"/>
                </a:solidFill>
              </a:defRPr>
            </a:pPr>
            <a: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user-facing layer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HTML templates define the dashboard, forms and data tables.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CSS provides the layout, cards, buttons, forms and responsive styling.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JavaScript supports client-side interaction where required.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Navigation provides access to Products, Customers, Suppliers, Orders, Reviews and Inventory Log.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Forms allow users to perform database operations without directly writing SQL.</a:t>
            </a:r>
          </a:p>
        </p:txBody>
      </p:sp>
      <p:pic>
        <p:nvPicPr>
          <p:cNvPr id="5" name="Picture 4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623560" cy="32134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56692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C78"/>
                </a:solidFill>
              </a:defRPr>
            </a:pPr>
            <a:r>
              <a:t>Product management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Presentation III — Retail Inventory and Sales Management System   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B"/>
                </a:solidFill>
              </a:defRPr>
            </a:pPr>
            <a: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Flask connects the frontend to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app.py contains the Flask application and database connection.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Routes receive GET/POST requests from the frontend.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mysql-connector-python connects Flask to the retailmanagement database.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INSERT, UPDATE and DELETE statements modify records.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SELECT queries retrieve records for display.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commit() makes successful changes persistent in MySQL.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50876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645919"/>
            <a:ext cx="43891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Example: Insert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User submits form → Flask route → parameterized INSERT → commit() → refreshed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78892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926079"/>
            <a:ext cx="43891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Example: Update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User edits record → Flask route → UPDATE ... WHERE ID → commit() → updated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406908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4206240"/>
            <a:ext cx="438912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Example: Delete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User confirms deletion → Flask route → DELETE ... WHERE ID → commit() → record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Presentation III — Retail Inventory and Sales Management System   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B"/>
                </a:solidFill>
              </a:defRPr>
            </a:pPr>
            <a:r>
              <a:t>UI + Database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important part of Presentation III</a:t>
            </a:r>
          </a:p>
        </p:txBody>
      </p:sp>
      <p:pic>
        <p:nvPicPr>
          <p:cNvPr id="4" name="Picture 3" descr="ins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486400" cy="3135086"/>
          </a:xfrm>
          <a:prstGeom prst="rect">
            <a:avLst/>
          </a:prstGeom>
        </p:spPr>
      </p:pic>
      <p:pic>
        <p:nvPicPr>
          <p:cNvPr id="5" name="Picture 4" descr="de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49240" cy="3056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2578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830"/>
                </a:solidFill>
              </a:defRPr>
            </a:pPr>
            <a:r>
              <a:t>• Insert: add a new record through the form.</a:t>
            </a:r>
          </a:p>
          <a:p>
            <a:pPr>
              <a:spcAft>
                <a:spcPts val="1000"/>
              </a:spcAft>
              <a:defRPr sz="1300">
                <a:solidFill>
                  <a:srgbClr val="232830"/>
                </a:solidFill>
              </a:defRPr>
            </a:pPr>
            <a:r>
              <a:t>• View: confirm the new record appears in the table.</a:t>
            </a:r>
          </a:p>
          <a:p>
            <a:pPr>
              <a:spcAft>
                <a:spcPts val="1000"/>
              </a:spcAft>
              <a:defRPr sz="1300">
                <a:solidFill>
                  <a:srgbClr val="232830"/>
                </a:solidFill>
              </a:defRPr>
            </a:pPr>
            <a:r>
              <a:t>• Update: change a value and verify the database reflects it.</a:t>
            </a:r>
          </a:p>
          <a:p>
            <a:pPr>
              <a:spcAft>
                <a:spcPts val="1000"/>
              </a:spcAft>
              <a:defRPr sz="1300">
                <a:solidFill>
                  <a:srgbClr val="232830"/>
                </a:solidFill>
              </a:defRPr>
            </a:pPr>
            <a:r>
              <a:t>• Delete: remove the test record and verify it is gone.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Presentation III — Retail Inventory and Sales Management System   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F2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working database-backed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108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Provides a clear interface for viewing and managing retail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108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Processes requests and performs database operations using Flask and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554480"/>
            <a:ext cx="3108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5B96"/>
                </a:solidFill>
              </a:defRPr>
            </a:pPr>
            <a:r>
              <a:t>MySQL</a:t>
            </a:r>
          </a:p>
          <a:p>
            <a:pPr>
              <a:spcBef>
                <a:spcPts val="800"/>
              </a:spcBef>
              <a:defRPr sz="1300">
                <a:solidFill>
                  <a:srgbClr val="232830"/>
                </a:solidFill>
              </a:defRPr>
            </a:pPr>
            <a:r>
              <a:t>Stores products, customers, suppliers, orders, reviews and inventory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The application demonstrates CRUD-style database interaction.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The UI is directly connected to the MySQL database.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</a:defRPr>
            </a:pPr>
            <a:r>
              <a:t>• The system can be extended with authentication, analytics, low-stock alerts and reporting.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5B96"/>
                </a:solidFill>
              </a:defRPr>
            </a:pPr>
            <a:r>
              <a:t>Thank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Presentation III — Retail Inventory and Sales Management System   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